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F5B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웹사이트 소개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둔산제일교회 동호회 커뮤니티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성도 · 총무 · 전체 관리자, 역할별 주요 기능 안내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7638" y="448056"/>
            <a:ext cx="2032243" cy="4270248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8" name="Image 0" descr="C:\Users\baehh\AppData\Local\Temp\claude\D--Project-DFMC-Moyoung\99d6c0bc-b012-4928-9018-7ebbba849506\scratchpad\img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2502" y="502920"/>
            <a:ext cx="192251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모영은 어떤 곳인가요?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안의 풋살, 배드민턴, 볼링, 독서 같은 동호회(모영)를 한곳에서 모으고 참여하는 웹사이트입니다. 앱 설치 없이 휴대폰 브라우저로 바로 들어옵니다.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4FB"/>
          </a:solidFill>
          <a:ln w="9525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성도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일정에 참석 신청하고, 투표와 댓글로 함께합니다.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홈에서 임박 일정 확인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피드에서 참석·투표·댓글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정보와 소속 셀 관리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4FB"/>
          </a:solidFill>
          <a:ln w="9525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0116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모영마다 최대 3명. 일정과 투표를 열고 피드를 운영합니다.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383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일정·투표 만들기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게시글 고정·수정·마감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 인계 안건 발의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17830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1F4FB"/>
          </a:solidFill>
          <a:ln w="9525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2011680"/>
            <a:ext cx="457200" cy="45720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1850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651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전체 모영과 셀, 공지를 관리합니다.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383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개설과 총무 임명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명단과 셀 개편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공지·환영 문구·팝업·통계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371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성도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로그인부터 모임 참석, 투표, 댓글까지.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성도가 가장 자주 쓰는 화면을 소개합니다.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3056" y="448056"/>
            <a:ext cx="2395728" cy="42245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7" name="Image 0" descr="C:\Users\baehh\AppData\Local\Temp\claude\D--Project-DFMC-Moyoung\99d6c0bc-b012-4928-9018-7ebbba849506\scratchpad\img\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50292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성도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가입하고 홈에서 한눈에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아이디와 실명으로 간편하게 들어옵니다.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 가입·로그인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아이디, 실명, 소속 셀만 입력합니다. 비밀번호가 필요 없습니다.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공지와 환영 문구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상단에 교회 전체 공지와 소속 셀에 맞춘 인사말이 보입니다.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임박한 일정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모영별로 가장 가까운 일정 1개를 모아 보여줍니다.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14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목록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288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교회 모영을 눌러 각 모영 피드로 들어갑니다.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02936" y="356616"/>
            <a:ext cx="1801368" cy="2929128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3" name="Image 0" descr="C:\Users\baehh\AppData\Local\Temp\claude\D--Project-DFMC-Moyoung\99d6c0bc-b012-4928-9018-7ebbba849506\scratchpad\img\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691640" cy="28194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983480" y="3340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031736" y="356616"/>
            <a:ext cx="1801368" cy="3770610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6" name="Image 1" descr="C:\Users\baehh\AppData\Local\Temp\claude\D--Project-DFMC-Moyoung\99d6c0bc-b012-4928-9018-7ebbba849506\scratchpad\img\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11480"/>
            <a:ext cx="1691640" cy="366088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12280" y="418209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성도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피드에서 함께하기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모영별 피드에서 일정, 투표, 소식을 확인합니다.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 신청과 취소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한 번으로 참석을 신청하고, 참석자 명단이 바로 갱신됩니다.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 참여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선택지를 고르고 투표를 확인합니다. 마감 전에는 선택을 바꿀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좋아요와 댓글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일정과 글에 하트를 남기고 댓글과 답글로 이야기를 나눕니다.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02936" y="356616"/>
            <a:ext cx="1938528" cy="340156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828800" cy="32918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983480" y="3813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일정과 투표 카드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23176" y="1133856"/>
            <a:ext cx="1709928" cy="1512980"/>
          </a:xfrm>
          <a:prstGeom prst="roundRect">
            <a:avLst>
              <a:gd name="adj" fmla="val 7252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v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188720"/>
            <a:ext cx="1600200" cy="140325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03720" y="27017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 완료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성도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정보와 알림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설정은 오른쪽 위 내 정보에 모았습니다.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셀 변경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셀이 바뀌면 내 정보에서 직접 수정합니다.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고객센터·버그 제보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점을 바로 관리자에게 보낼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특별 공지 팝업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소식은 접속 시 팝업으로 뜨고, 오늘 하루 보지 않기를 고를 수 있습니다.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0883" y="448056"/>
            <a:ext cx="1934275" cy="2121408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my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5747" y="502920"/>
            <a:ext cx="1824547" cy="20116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831427" y="2624328"/>
            <a:ext cx="2373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50042" y="3054096"/>
            <a:ext cx="2135955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pop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06" y="3108960"/>
            <a:ext cx="2026227" cy="11430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730586" y="4361688"/>
            <a:ext cx="2574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특별 공지 팝업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371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모영마다 총무가 최대 3명 있습니다.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일정과 투표를 열고 피드를 운영합니다.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721" y="448056"/>
            <a:ext cx="2326398" cy="427024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7" name="Image 0" descr="C:\Users\baehh\AppData\Local\Temp\claude\D--Project-DFMC-Moyoung\99d6c0bc-b012-4928-9018-7ebbba849506\scratchpad\img\o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585" y="502920"/>
            <a:ext cx="221667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일정과 투표 만들기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위쪽의 일정, 투표 버튼으로 바로 엽니다.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일정 등록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모임명, 날짜, 시간, 장소, 회비를 넣으면 피드와 홈에 올라갑니다.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 개설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선택지를 2개 이상 넣고 마감 일시를 정합니다.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 현황 확인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참석하는지 일정 카드에서 이름과 셀로 바로 보입니다.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02936" y="356616"/>
            <a:ext cx="1801368" cy="2473686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s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691640" cy="236395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983480" y="288516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모임 일정 등록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77456" y="356616"/>
            <a:ext cx="1801368" cy="2573450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p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11480"/>
            <a:ext cx="1691640" cy="246372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298493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투표 개설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운영하기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소식을 정리하고 분위기를 이끕니다.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게시글 작성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공지나 모임 후기를 사진과 함께 올립니다.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고정과 수정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글은 피드 맨 위에 고정하고 언제든 고칩니다.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 마감과 정리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투표를 마감하면 최종 결과가 타임라인에 남습니다.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14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관리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288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안의 부적절한 댓글과 지난 항목을 정리합니다.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02936" y="356616"/>
            <a:ext cx="1892808" cy="345643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3" name="Image 0" descr="C:\Users\baehh\AppData\Local\Temp\claude\D--Project-DFMC-Moyoung\99d6c0bc-b012-4928-9018-7ebbba849506\scratchpad\img\o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783080" cy="334670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983480" y="3867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 피드 화면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23176" y="859536"/>
            <a:ext cx="1709928" cy="197252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6" name="Image 1" descr="C:\Users\baehh\AppData\Local\Temp\claude\D--Project-DFMC-Moyoung\99d6c0bc-b012-4928-9018-7ebbba849506\scratchpad\img\p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914400"/>
            <a:ext cx="1600200" cy="186279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903720" y="2886925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고정·수정 메뉴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 인계는 협의로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총무끼리 안건을 올리고 동의로 결정합니다.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신임 총무 추가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성도를 검색해 새 총무 안건을 발의합니다. 최대 3명까지입니다.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 사임·해임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현직 총무의 동의를 받아 반영됩니다. 최소 1명은 남습니다.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확인과 동의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중인 안건은 총무 안건 탭에서 보고 동의합니다.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99582" y="356616"/>
            <a:ext cx="2665476" cy="4041648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hand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411480"/>
            <a:ext cx="2555748" cy="39319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580126" y="4453128"/>
            <a:ext cx="310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총무 자율 위임 및 협의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371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모영, 셀, 공지를 한곳에서 관리합니다.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페이지는 탭으로 나뉘어 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11544" y="448056"/>
            <a:ext cx="1898752" cy="4270248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7" name="Image 0" descr="C:\Users\baehh\AppData\Local\Temp\claude\D--Project-DFMC-Moyoung\99d6c0bc-b012-4928-9018-7ebbba849506\scratchpad\img\cl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6408" y="502920"/>
            <a:ext cx="1789024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6D5D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모영과 총무 관리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관리 탭에서 모영을 열고 총무를 정합니다.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모영 개설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소개를 정해 새 모영을 만들고 필요 없으면 정리합니다.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 선임·해임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모영별로 성도를 검색해 총무를 최대 3명까지 지정합니다.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현황 한눈에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수, 누적 조회수, 가장 많이 본 모영을 카드로 보여줍니다.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2093" y="356616"/>
            <a:ext cx="1800454" cy="4041648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cl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957" y="411480"/>
            <a:ext cx="1690726" cy="39319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012637" y="4453128"/>
            <a:ext cx="2239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관리 탭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6D5D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관리와 셀 개편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성도 소속 셀을 관리하고 학기마다 새로 편성합니다.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셀별 명단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셀을 누르면 소속 성도 명단이 펼쳐집니다.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추가·삭제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셀을 만들거나 정리합니다. 기본 셀 둔산제일교회는 보호됩니다.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셀 개편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셀 명단으로 개편하면 성도는 다음 접속 때 새 셀을 고릅니다.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02936" y="356616"/>
            <a:ext cx="1892808" cy="397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ce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783080" cy="386472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983480" y="438593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관리 탭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77456" y="950976"/>
            <a:ext cx="1755648" cy="22532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reo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05840"/>
            <a:ext cx="1645920" cy="21435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58000" y="32590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개편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6D5D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공지, 환영 문구, 팝업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성도가 홈에서 보는 안내를 직접 꾸밉니다.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전체 공지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상단 공지는 항상 최신 1건만 보이고, 켜고 끌 수 있습니다.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환영 문구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새가족 같은 대상 그룹을 골라 전용 인사말을 보여줍니다.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 설정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시 뜨는 특별 공지를 미리보기로 확인하고 저장합니다.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02936" y="356616"/>
            <a:ext cx="1847088" cy="2917787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737360" cy="2808059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983480" y="3329267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공지 탭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68896" y="356616"/>
            <a:ext cx="1664208" cy="305601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wel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11480"/>
            <a:ext cx="1554480" cy="294628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49440" y="346749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환영 문구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6D5D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관리자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통계와 미디어 관리자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활동을 숫자로 보고 운영을 나눕니다.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피드 접속 통계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일별, 주별, 월별 조회수와 모영별 순위를 차트로 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관리자 선임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팝업과 전체 공지만 맡는 미디어 관리자를 지정합니다.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권한은 필요한 만큼만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관리자는 셀 개편이나 모영 총괄 권한이 없습니다.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02936" y="356616"/>
            <a:ext cx="2029968" cy="290077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19" name="Image 0" descr="C:\Users\baehh\AppData\Local\Temp\claude\D--Project-DFMC-Moyoung\99d6c0bc-b012-4928-9018-7ebbba849506\scratchpad\img\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411480"/>
            <a:ext cx="1920240" cy="27910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983480" y="3312255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 피드 접속 통계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14616" y="1408176"/>
            <a:ext cx="1618488" cy="1039545"/>
          </a:xfrm>
          <a:prstGeom prst="roundRect">
            <a:avLst>
              <a:gd name="adj" fmla="val 10555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59">
                <a:alpha val="18000"/>
              </a:srgbClr>
            </a:outerShdw>
          </a:effectLst>
        </p:spPr>
      </p:sp>
      <p:pic>
        <p:nvPicPr>
          <p:cNvPr id="22" name="Image 1" descr="C:\Users\baehh\AppData\Local\Temp\claude\D--Project-DFMC-Moyoung\99d6c0bc-b012-4928-9018-7ebbba849506\scratchpad\img\med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463040"/>
            <a:ext cx="1508760" cy="92981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50258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관리자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모영에서 함께해요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브라우저에서 바로 접속하세요.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6336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274320" cy="274320"/>
          </a:xfrm>
          <a:prstGeom prst="ellipse">
            <a:avLst/>
          </a:prstGeom>
          <a:solidFill>
            <a:srgbClr val="2F5B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432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 신청 · 투표 · 댓글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2402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6336F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468880"/>
            <a:ext cx="274320" cy="2743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77640" y="2432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일정·투표 개설 · 피드 운영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22402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6336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468880"/>
            <a:ext cx="274320" cy="274320"/>
          </a:xfrm>
          <a:prstGeom prst="ellipse">
            <a:avLst/>
          </a:prstGeom>
          <a:solidFill>
            <a:srgbClr val="6D5D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432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모영·셀·공지 관리 · 통계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moyoung-abd47.web.app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모영 웹사이트 소개</dc:title>
  <dc:subject>PptxGenJS Presentation</dc:subject>
  <dc:creator>PptxGenJS</dc:creator>
  <cp:lastModifiedBy>PptxGenJS</cp:lastModifiedBy>
  <cp:revision>1</cp:revision>
  <dcterms:created xsi:type="dcterms:W3CDTF">2026-09-29T08:58:03Z</dcterms:created>
  <dcterms:modified xsi:type="dcterms:W3CDTF">2026-09-29T08:58:03Z</dcterms:modified>
</cp:coreProperties>
</file>